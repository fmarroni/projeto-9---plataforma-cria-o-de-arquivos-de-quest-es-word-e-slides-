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4" r:id="rId1"/>
  </p:sldMasterIdLst>
  <p:notesMasterIdLst>
    <p:notesMasterId r:id="rId6"/>
  </p:notesMasterIdLst>
  <p:sldIdLst>
    <p:sldId id="257" r:id="rId2"/>
    <p:sldId id="263" r:id="rId3"/>
    <p:sldId id="264" r:id="rId4"/>
    <p:sldId id="262" r:id="rId5"/>
  </p:sldIdLst>
  <p:sldSz cx="9144000" cy="5143500" type="screen16x9"/>
  <p:notesSz cx="6858000" cy="9144000"/>
  <p:embeddedFontLst>
    <p:embeddedFont>
      <p:font typeface="Helvetica Neue" panose="020B0604020202020204" charset="0"/>
      <p:regular r:id="rId7"/>
      <p:bold r:id="rId8"/>
      <p:italic r:id="rId9"/>
      <p:boldItalic r:id="rId10"/>
    </p:embeddedFont>
    <p:embeddedFont>
      <p:font typeface="Montserrat" panose="00000500000000000000" pitchFamily="2" charset="0"/>
      <p:regular r:id="rId11"/>
      <p:bold r:id="rId12"/>
      <p:italic r:id="rId13"/>
      <p:boldItalic r:id="rId14"/>
    </p:embeddedFont>
    <p:embeddedFont>
      <p:font typeface="Montserrat ExtraBold" panose="00000900000000000000" pitchFamily="2" charset="0"/>
      <p:bold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11" d="100"/>
          <a:sy n="211" d="100"/>
        </p:scale>
        <p:origin x="1422" y="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1:28:27.9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77c99f6fe_0_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g3377c99f6f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77c99f6f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g3377c99f6fe_0_15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4883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4970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1" userDrawn="1">
  <p:cSld name="Capa_Disciplina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sldNum" idx="12"/>
          </p:nvPr>
        </p:nvSpPr>
        <p:spPr>
          <a:xfrm>
            <a:off x="8422818" y="4769961"/>
            <a:ext cx="264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000">
              <a:solidFill>
                <a:schemeClr val="dk2"/>
              </a:solidFill>
            </a:endParaRPr>
          </a:p>
        </p:txBody>
      </p:sp>
      <p:pic>
        <p:nvPicPr>
          <p:cNvPr id="2" name="Google Shape;112;p26">
            <a:extLst>
              <a:ext uri="{FF2B5EF4-FFF2-40B4-BE49-F238E27FC236}">
                <a16:creationId xmlns:a16="http://schemas.microsoft.com/office/drawing/2014/main" id="{EBBB4A6D-4C98-3FB1-AD82-443D28DCF2D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645DEDF-8297-F3B3-8107-DC38E877F7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7387" y="1254125"/>
            <a:ext cx="8099425" cy="2163763"/>
          </a:xfrm>
        </p:spPr>
        <p:txBody>
          <a:bodyPr>
            <a:normAutofit/>
          </a:bodyPr>
          <a:lstStyle>
            <a:lvl1pPr>
              <a:buNone/>
              <a:defRPr sz="48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311FCE5-56EB-93DB-961C-4C8CBACC9F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24257" y="3521075"/>
            <a:ext cx="2562556" cy="715963"/>
          </a:xfrm>
        </p:spPr>
        <p:txBody>
          <a:bodyPr>
            <a:normAutofit/>
          </a:bodyPr>
          <a:lstStyle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  <a:defRPr sz="16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lang="pt-BR" sz="16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Prof. </a:t>
            </a:r>
            <a:r>
              <a:rPr lang="pt-BR" sz="1600" b="0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xxxxx</a:t>
            </a:r>
            <a:endParaRPr lang="pt-BR" sz="1600" b="1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975987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_Concurso_Banc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9944C2F-B3A5-3F85-7C35-98578354CD2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  <p:sp>
        <p:nvSpPr>
          <p:cNvPr id="5" name="Google Shape;75;p18">
            <a:extLst>
              <a:ext uri="{FF2B5EF4-FFF2-40B4-BE49-F238E27FC236}">
                <a16:creationId xmlns:a16="http://schemas.microsoft.com/office/drawing/2014/main" id="{9523E93A-9A09-1812-4C83-F3EDEAA25BC3}"/>
              </a:ext>
            </a:extLst>
          </p:cNvPr>
          <p:cNvSpPr txBox="1"/>
          <p:nvPr userDrawn="1"/>
        </p:nvSpPr>
        <p:spPr>
          <a:xfrm>
            <a:off x="949375" y="1610675"/>
            <a:ext cx="7684200" cy="65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 b="1" cap="small" dirty="0">
              <a:solidFill>
                <a:srgbClr val="422EA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Google Shape;76;p18">
            <a:extLst>
              <a:ext uri="{FF2B5EF4-FFF2-40B4-BE49-F238E27FC236}">
                <a16:creationId xmlns:a16="http://schemas.microsoft.com/office/drawing/2014/main" id="{D6C47861-BDD8-EF2B-2995-A69290E3F299}"/>
              </a:ext>
            </a:extLst>
          </p:cNvPr>
          <p:cNvSpPr txBox="1"/>
          <p:nvPr userDrawn="1"/>
        </p:nvSpPr>
        <p:spPr>
          <a:xfrm>
            <a:off x="6446431" y="3659686"/>
            <a:ext cx="2592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venir"/>
              <a:buNone/>
            </a:pPr>
            <a:r>
              <a:rPr lang="pt-BR" sz="2000" b="0" i="0" u="none" strike="noStrike" cap="none" dirty="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Prof. </a:t>
            </a:r>
            <a:endParaRPr sz="2000" b="1" i="0" u="none" strike="noStrike" cap="none" dirty="0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  <p:extLst>
      <p:ext uri="{BB962C8B-B14F-4D97-AF65-F5344CB8AC3E}">
        <p14:creationId xmlns:p14="http://schemas.microsoft.com/office/powerpoint/2010/main" val="1557529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userDrawn="1">
  <p:cSld name="Questao_Automatic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BE1B5F-5DC7-BCF9-EE82-DB490C8D4C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7963" y="122238"/>
            <a:ext cx="7442200" cy="461962"/>
          </a:xfrm>
        </p:spPr>
        <p:txBody>
          <a:bodyPr/>
          <a:lstStyle>
            <a:lvl1pPr>
              <a:buNone/>
              <a:defRPr sz="900" b="1">
                <a:latin typeface="Montserrat" panose="00000500000000000000" pitchFamily="2" charset="0"/>
              </a:defRPr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60F5879-960D-5C5E-6BE7-B298BF21A6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7963" y="746125"/>
            <a:ext cx="8691562" cy="3893776"/>
          </a:xfrm>
        </p:spPr>
        <p:txBody>
          <a:bodyPr>
            <a:normAutofit/>
          </a:bodyPr>
          <a:lstStyle>
            <a:lvl1pPr marL="0" indent="0" algn="just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0"/>
            <a:r>
              <a:rPr lang="pt-BR" dirty="0"/>
              <a:t>Segundo nível</a:t>
            </a:r>
          </a:p>
          <a:p>
            <a:pPr lvl="0"/>
            <a:r>
              <a:rPr lang="pt-BR" dirty="0"/>
              <a:t>Terceiro nível</a:t>
            </a:r>
          </a:p>
          <a:p>
            <a:pPr lvl="0"/>
            <a:r>
              <a:rPr lang="pt-BR" dirty="0"/>
              <a:t>Quarto nível</a:t>
            </a:r>
          </a:p>
          <a:p>
            <a:pPr lvl="0"/>
            <a:r>
              <a:rPr lang="pt-BR" dirty="0"/>
              <a:t>Quinto nível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2">
  <p:cSld name="Default 2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8422818" y="4769961"/>
            <a:ext cx="264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00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189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8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●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●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●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●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22818" y="4769961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66" r:id="rId3"/>
    <p:sldLayoutId id="2147483670" r:id="rId4"/>
    <p:sldLayoutId id="2147483648" r:id="rId5"/>
    <p:sldLayoutId id="2147483669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ph_titulo"/>
          <p:cNvSpPr txBox="1"/>
          <p:nvPr/>
        </p:nvSpPr>
        <p:spPr>
          <a:xfrm>
            <a:off x="687600" y="1252800"/>
            <a:ext cx="810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3600" b="1" dirty="0">
              <a:latin typeface="Montserrat"/>
            </a:endParaRPr>
          </a:p>
        </p:txBody>
      </p:sp>
      <p:sp>
        <p:nvSpPr>
          <p:cNvPr id="79" name="ph_subtitulo"/>
          <p:cNvSpPr txBox="1"/>
          <p:nvPr/>
        </p:nvSpPr>
        <p:spPr>
          <a:xfrm>
            <a:off x="687600" y="3244370"/>
            <a:ext cx="810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dirty="0">
                <a:solidFill>
                  <a:srgbClr val="7030A0"/>
                </a:solidFill>
                <a:latin typeface="Montserrat" panose="00000500000000000000" pitchFamily="2" charset="0"/>
              </a:rPr>
              <a:t>{{NOME_BANCA}}</a:t>
            </a:r>
          </a:p>
          <a:p>
            <a:pPr algn="ctr"/>
            <a:r>
              <a:rPr sz="1600" dirty="0">
                <a:solidFill>
                  <a:srgbClr val="7030A0"/>
                </a:solidFill>
                <a:latin typeface="Montserrat" panose="00000500000000000000" pitchFamily="2" charset="0"/>
              </a:rPr>
              <a:t>{{ANOS_ANALISE}} </a:t>
            </a:r>
            <a:endParaRPr lang="pt-BR" sz="1600" dirty="0">
              <a:solidFill>
                <a:srgbClr val="7030A0"/>
              </a:solidFill>
              <a:latin typeface="Montserrat" panose="00000500000000000000" pitchFamily="2" charset="0"/>
            </a:endParaRPr>
          </a:p>
          <a:p>
            <a:pPr algn="ctr"/>
            <a:r>
              <a:rPr sz="1600" dirty="0">
                <a:solidFill>
                  <a:srgbClr val="7030A0"/>
                </a:solidFill>
                <a:latin typeface="Montserrat" panose="00000500000000000000" pitchFamily="2" charset="0"/>
              </a:rPr>
              <a:t>{{TOTAL_QUESTOES}} </a:t>
            </a:r>
            <a:r>
              <a:rPr sz="1600" dirty="0" err="1">
                <a:solidFill>
                  <a:srgbClr val="7030A0"/>
                </a:solidFill>
                <a:latin typeface="Montserrat" panose="00000500000000000000" pitchFamily="2" charset="0"/>
              </a:rPr>
              <a:t>questões</a:t>
            </a:r>
            <a:r>
              <a:rPr sz="1600" dirty="0">
                <a:solidFill>
                  <a:srgbClr val="7030A0"/>
                </a:solidFill>
                <a:latin typeface="Montserrat" panose="00000500000000000000" pitchFamily="2" charset="0"/>
              </a:rPr>
              <a:t> </a:t>
            </a:r>
            <a:r>
              <a:rPr sz="1600" dirty="0" err="1">
                <a:solidFill>
                  <a:srgbClr val="7030A0"/>
                </a:solidFill>
                <a:latin typeface="Montserrat" panose="00000500000000000000" pitchFamily="2" charset="0"/>
              </a:rPr>
              <a:t>analisadas</a:t>
            </a:r>
            <a:endParaRPr sz="1600" dirty="0">
              <a:solidFill>
                <a:srgbClr val="7030A0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h_disciplina"/>
          <p:cNvSpPr txBox="1"/>
          <p:nvPr/>
        </p:nvSpPr>
        <p:spPr>
          <a:xfrm>
            <a:off x="427235" y="2048530"/>
            <a:ext cx="842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chemeClr val="bg1"/>
                </a:solidFill>
                <a:latin typeface="Montserrat"/>
              </a:rPr>
              <a:t>{{NOME_DISCIPLINA}}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header_questao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1800" b="1">
                <a:latin typeface="Montserrat"/>
              </a:rPr>
              <a:t>{{cabecalho da questão}}</a:t>
            </a:r>
          </a:p>
        </p:txBody>
      </p:sp>
      <p:sp>
        <p:nvSpPr>
          <p:cNvPr id="3" name="ph_corpo_questao"/>
          <p:cNvSpPr>
            <a:spLocks noGrp="1"/>
          </p:cNvSpPr>
          <p:nvPr>
            <p:ph type="body" sz="quarter" idx="11"/>
          </p:nvPr>
        </p:nvSpPr>
        <p:spPr>
          <a:xfrm>
            <a:off x="207963" y="746124"/>
            <a:ext cx="8691562" cy="4136593"/>
          </a:xfrm>
        </p:spPr>
        <p:txBody>
          <a:bodyPr wrap="square"/>
          <a:lstStyle/>
          <a:p>
            <a:r>
              <a:rPr dirty="0">
                <a:latin typeface="Montserrat"/>
              </a:rPr>
              <a:t>{{</a:t>
            </a:r>
            <a:r>
              <a:rPr dirty="0" err="1">
                <a:latin typeface="Montserrat"/>
              </a:rPr>
              <a:t>corpo</a:t>
            </a:r>
            <a:r>
              <a:rPr dirty="0">
                <a:latin typeface="Montserrat"/>
              </a:rPr>
              <a:t> da </a:t>
            </a:r>
            <a:r>
              <a:rPr dirty="0" err="1">
                <a:latin typeface="Montserrat"/>
              </a:rPr>
              <a:t>questão</a:t>
            </a:r>
            <a:r>
              <a:rPr dirty="0">
                <a:latin typeface="Montserrat"/>
              </a:rPr>
              <a:t>}}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5BD89E85-C945-CB09-B8BC-2F9F48A3DFA2}"/>
                  </a:ext>
                </a:extLst>
              </p14:cNvPr>
              <p14:cNvContentPartPr/>
              <p14:nvPr/>
            </p14:nvContentPartPr>
            <p14:xfrm>
              <a:off x="8819902" y="4807234"/>
              <a:ext cx="360" cy="360"/>
            </p14:xfrm>
          </p:contentPart>
        </mc:Choice>
        <mc:Fallback xmlns=""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5BD89E85-C945-CB09-B8BC-2F9F48A3DFA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56902" y="4744234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ph_encerramento"/>
          <p:cNvSpPr txBox="1"/>
          <p:nvPr/>
        </p:nvSpPr>
        <p:spPr>
          <a:xfrm>
            <a:off x="1358900" y="2018029"/>
            <a:ext cx="6248400" cy="15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20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Obrigado</a:t>
            </a:r>
            <a:r>
              <a:rPr lang="pt-BR" sz="5600" b="1" i="0" u="none" strike="noStrike" cap="small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!</a:t>
            </a:r>
            <a:endParaRPr sz="5600" b="1" i="0" u="none" strike="noStrike" cap="small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/>
            <a:endParaRPr sz="2000" dirty="0">
              <a:latin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</TotalTime>
  <Words>34</Words>
  <Application>Microsoft Office PowerPoint</Application>
  <PresentationFormat>Apresentação na tela (16:9)</PresentationFormat>
  <Paragraphs>7</Paragraphs>
  <Slides>4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1" baseType="lpstr">
      <vt:lpstr>Montserrat</vt:lpstr>
      <vt:lpstr>Helvetica Neue</vt:lpstr>
      <vt:lpstr>Montserrat ExtraBold</vt:lpstr>
      <vt:lpstr>Arial</vt:lpstr>
      <vt:lpstr>Calibri</vt:lpstr>
      <vt:lpstr>Avenir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Felipe Marroni</dc:creator>
  <cp:lastModifiedBy>Felipe Marroni Dos Santos</cp:lastModifiedBy>
  <cp:revision>17</cp:revision>
  <dcterms:modified xsi:type="dcterms:W3CDTF">2026-07-26T14:44:00Z</dcterms:modified>
</cp:coreProperties>
</file>